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1" charset="1" panose="020B0606030504020204"/>
      <p:regular r:id="rId17"/>
    </p:embeddedFont>
    <p:embeddedFont>
      <p:font typeface="Open Sans 1 Bold" charset="1" panose="020B0806030504020204"/>
      <p:regular r:id="rId18"/>
    </p:embeddedFont>
    <p:embeddedFont>
      <p:font typeface="Open Sans 2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065758"/>
            <a:ext cx="11739716" cy="107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8"/>
              </a:lnSpc>
              <a:spcBef>
                <a:spcPct val="0"/>
              </a:spcBef>
            </a:pPr>
            <a:r>
              <a:rPr lang="en-US" sz="63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L’Emergència Social i Ambiental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2076926" cy="10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8"/>
              </a:lnSpc>
              <a:spcBef>
                <a:spcPct val="0"/>
              </a:spcBef>
            </a:pPr>
            <a:r>
              <a:rPr lang="en-US" sz="63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Índex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568033"/>
            <a:ext cx="18288000" cy="706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Introducció a l’Emergència Social i Ambiental</a:t>
            </a:r>
          </a:p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Principals Problemes Socials</a:t>
            </a:r>
          </a:p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Pobresa</a:t>
            </a:r>
          </a:p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Migracions i les seves Causes</a:t>
            </a:r>
          </a:p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Impacte de l’Emergència Ambiental en Problemes Socials</a:t>
            </a:r>
          </a:p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Països més perjudicats per l’Emergència Ambiental</a:t>
            </a:r>
          </a:p>
          <a:p>
            <a:pPr algn="l" marL="1082410" indent="-541205" lvl="1">
              <a:lnSpc>
                <a:spcPts val="7018"/>
              </a:lnSpc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L’Emergència Ambiental i Conflictes</a:t>
            </a:r>
          </a:p>
          <a:p>
            <a:pPr algn="l" marL="1082410" indent="-541205" lvl="1">
              <a:lnSpc>
                <a:spcPts val="7018"/>
              </a:lnSpc>
              <a:spcBef>
                <a:spcPct val="0"/>
              </a:spcBef>
              <a:buAutoNum type="arabicPeriod" startAt="1"/>
            </a:pPr>
            <a:r>
              <a:rPr lang="en-US" sz="501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Conclusió: Estratègies i Reflexions Finals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8288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Introducció a l’Emergència Social i Ambiental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19" y="2171700"/>
            <a:ext cx="4580058" cy="2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Definició d'emergència social i ambiental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19" y="4902517"/>
            <a:ext cx="4580058" cy="439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L'eme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rgència social i ambiental es refereix a situacions crítiques que amenacen el benestar de les persones i la salut del planeta, incloent la pobresa extrema, la degradació ambiental i les crisis humanitàries.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971" y="2171700"/>
            <a:ext cx="45800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Importància del tema en l'actualitat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3971" y="4902517"/>
            <a:ext cx="4580058" cy="351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inter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relació entre les crisis socials i ambientals és cada cop més evident, amb un impacte directe en la qualitat de vida, la salut pública i la sostenibilitat del planeta.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8404" y="2171700"/>
            <a:ext cx="45800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Objectius de la presentació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8404" y="4902517"/>
            <a:ext cx="4580058" cy="439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Aquesta prese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ntació té com a objectiu sensibilitzar sobre la gravetat de l'emergència social i ambiental, analitzar les seves causes i conseqüències, i proposar solucions per afrontar aquests reptes.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04648" y="2043561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La</a:t>
            </a: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pobresa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afecta milers de milions de persones a nivell global, amb conseqüències devastadores per a la salut, l'educació i el desenvolupament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8831" y="2197819"/>
            <a:ext cx="771999" cy="77199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2225" y="2187388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0"/>
            <a:ext cx="182880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Principals Problemes Socials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4648" y="3601723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La</a:t>
            </a: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fam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problema complex que resulta de factors com la desigualtat econòmica, els conflictes i el canvi climàtic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88831" y="3755981"/>
            <a:ext cx="771999" cy="77199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02225" y="374555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4648" y="5160691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Conflictes Armats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una de les causes principals de l'emergència social, amb regions com el Pròxim Orient i Àfrica subsahariana que pateixen greus conseqüències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8831" y="5314950"/>
            <a:ext cx="771999" cy="771999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02225" y="5304519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04648" y="6721519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Migracions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són sovint el resultat de la pobresa, la violència i el canvi climàtic, amb un impacte significatiu tant en els països d'origen com en els de destinació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88831" y="6877524"/>
            <a:ext cx="771999" cy="771999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02225" y="6845344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8288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Pobresa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19" y="2171700"/>
            <a:ext cx="45800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Definició i estadístiques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19" y="4902517"/>
            <a:ext cx="4580058" cy="351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pobresa es defineix com la manca de recursos per satisfer les necessitats bàsiques, amb més de 700 milions de persones vivint amb menys de 1,90 dòlars al dia.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971" y="2171700"/>
            <a:ext cx="45800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Factors que contribueixen a la pobresa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3971" y="4902517"/>
            <a:ext cx="4580058" cy="351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Els facto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rs que alimenten la pobresa inclouen l'educació insuficient, l'atur, la desigualtat de gènere i l'accés limitat a serveis bàsics com la salut i l'aigua potable.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8404" y="2171700"/>
            <a:ext cx="45800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Impacte en la societat i l'economia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8404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pobres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no només afecta els individus, sinó que té un impacte negatiu en el creixement econòmic, la cohesió social i la salut pública.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8288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Migracions i les seves Causes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19" y="2162175"/>
            <a:ext cx="4580058" cy="223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Respecte als immigrants il·legals que arriben a Espanya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19" y="4902517"/>
            <a:ext cx="4580058" cy="483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Espany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ha estat un destí important per a immigrants il·legals de diverses regions, amb una promesa “rica diversitat cultural” i futurs enginyers i advocats que definitivament tenen intencions de tot menys de pagar jubilacions.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971" y="2171700"/>
            <a:ext cx="45800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Motivacions per deixar el seu país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3971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Les pe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rsones sovint deixen els seus països d'origen a causa de la pobresa, la violència, la persecució política, el canvi climàtic o la busca de noves oportunitats.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8404" y="2171700"/>
            <a:ext cx="45800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Països d'origen i destinació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8404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Els immigr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ants provenen principalment de països amb alts nivells de pobresa i conflicte, com ara Síria, Veneçuela i diversos països africans.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04648" y="2043561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Canvi</a:t>
            </a: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climàtic i la seva influència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exacerba les desigualtats socials, afectant desproporcionadament les comunitats més vulnerables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8831" y="2197819"/>
            <a:ext cx="771999" cy="77199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02225" y="2187388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0"/>
            <a:ext cx="1828800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Impacte de l'Emergència Ambiental en Problemes Socials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4648" y="3601723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Esgotament</a:t>
            </a: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dels recursos naturals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com l'aigua i els boscos, contribueix a la pobresa i a la inseguretat alimentària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88831" y="3755981"/>
            <a:ext cx="771999" cy="77199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02225" y="374555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04648" y="5160691"/>
            <a:ext cx="16083352" cy="1541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b="true" sz="3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Exemples de regions afectades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Regions com Àfrica subsahariana i el sud-est asiàtic són especialment vulnerables als efectes del canvi climàtic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8831" y="5314950"/>
            <a:ext cx="771999" cy="771999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02225" y="5304519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82880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Països Més Perjudicats per l'Emergència Ambiental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19" y="2162175"/>
            <a:ext cx="4580058" cy="112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Anàlisi de països vulnerables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19" y="4902517"/>
            <a:ext cx="4580058" cy="395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Països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 Bangladesh, Madagascar i les nacions insulars del Pacífic són extremadament vulnerables als efectes del canvi climàtic, amb un alt risc de desastres naturals.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971" y="2171700"/>
            <a:ext cx="4580058" cy="2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Preparació i resiliència davant el canvi climàtic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3971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capac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itat d'un país per afrontar els efectes del canvi climàtic depèn de la seva infraestructura, recursos i polítiques de governança.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8404" y="2171700"/>
            <a:ext cx="45800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Estadístiques i dades recents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8404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Les d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ades mostren un augment en la freqüència i intensitat dels desastres naturals, amb un impacte desproporcionat en les comunitats més pobres.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8288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L'Emergència Ambiental i Conflictes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19" y="2162175"/>
            <a:ext cx="4580058" cy="16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Com l'emergència ambiental pot impulsar guerres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19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competència per recursos escassos, com l'aigua i la terra cultivable, pot provocar tensions i conflictes armats entre comunitats i nacions.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971" y="2171700"/>
            <a:ext cx="45800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Materials per a noves tecnologies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3971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L'accés a materials crítics per a noves tecnologies, com les terres rares, pot ser un factor de conflicte en regions rics en recursos.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8404" y="2171700"/>
            <a:ext cx="4580058" cy="2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Exemples de conflictes relacionats amb recursos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8404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Conflictes a l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regió del Sahel i el Pròxim Orient han estat impulsats per la competència per recursos naturals, exacerbats pel canvi climàtic.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8288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Conclusió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8119" y="2162175"/>
            <a:ext cx="4580058" cy="112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Resum dels punts clau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8119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Hem explorat la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interconnexió entre l'emergència social i ambiental, analitzant problemes com la pobresa, la fam i els conflictes.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971" y="2171700"/>
            <a:ext cx="45800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Importància de l'acció col·lectiva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3971" y="4902517"/>
            <a:ext cx="4580058" cy="264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L'acció col·lectiva és essencial per afrontar aquests reptes, amb la col·laboració entre governs, organitzacions i comunitats.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8404" y="2171700"/>
            <a:ext cx="45800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42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Propostes per a un futur sostenible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8404" y="4902517"/>
            <a:ext cx="4580058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Proposem estratè</a:t>
            </a:r>
            <a:r>
              <a:rPr lang="en-US" sz="32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gies que inclouen la inversió en educació, la sostenibilitat ambiental i la justícia social com a camins cap a un futur millor.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4331" y="3844290"/>
            <a:ext cx="10777483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60"/>
              </a:lnSpc>
            </a:pPr>
            <a:r>
              <a:rPr lang="en-US" sz="96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Gràcies per la vostra atenció.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DAG2cessn0k</dc:identifier>
  <dcterms:modified xsi:type="dcterms:W3CDTF">2011-08-01T06:04:30Z</dcterms:modified>
  <cp:revision>1</cp:revision>
  <dc:title>El text del paràgraf</dc:title>
</cp:coreProperties>
</file>